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E1FC99-C331-5024-72D3-C8A1735F5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8BC2E97E-2770-ED40-4244-18A9DEBB4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097CEF1-F1C1-7427-A20B-79C4FB3B4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3955-A3D6-4D87-8D68-8934DDC5F7F5}" type="datetimeFigureOut">
              <a:rPr lang="uk-UA" smtClean="0"/>
              <a:t>01.10.2026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C6DB9F0-57BD-267A-B053-4E8539E90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33B2222-44BF-03CB-EBDA-1FDF7D8A0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7B1B8-4855-459A-B6B8-3D817BF49C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91238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8EB513-3B6F-21B5-7E72-A191D71C1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3CB51FA-AA26-7F7F-9533-753ECBD54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0F4FEF8-9A60-45FF-5062-3979D2768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3955-A3D6-4D87-8D68-8934DDC5F7F5}" type="datetimeFigureOut">
              <a:rPr lang="uk-UA" smtClean="0"/>
              <a:t>01.10.2026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0C71160-999A-E298-6FA7-D6463EA96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7679498-FF67-CB86-044C-E5C36B3F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7B1B8-4855-459A-B6B8-3D817BF49C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9487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55E6D-AE9F-60FA-D805-0F0F888A1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FE91CB2-5D61-645C-26CE-B0D2BE413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F57A956-3030-0700-1CBB-D0121C286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3955-A3D6-4D87-8D68-8934DDC5F7F5}" type="datetimeFigureOut">
              <a:rPr lang="uk-UA" smtClean="0"/>
              <a:t>01.10.2026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8CF405D-3164-4170-ED79-CC54051AD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D4A04F8-38FC-CB83-95AF-03D10EB4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7B1B8-4855-459A-B6B8-3D817BF49C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38143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3B5ED5-1E04-8CE7-06A3-DC9801C3F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99F132B-1377-4CBC-6040-6138A6C12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F2026B1-3F8B-8273-D110-3D0E5F2F0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274BCB7-82AA-B1FF-CDB5-0DCF6913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3955-A3D6-4D87-8D68-8934DDC5F7F5}" type="datetimeFigureOut">
              <a:rPr lang="uk-UA" smtClean="0"/>
              <a:t>01.10.2026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880DF71-AFDC-A86F-8C93-478C886F3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396B4B4-1F2C-DA7D-CD90-DF809F513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7B1B8-4855-459A-B6B8-3D817BF49C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69825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E41590-9078-9185-31FC-E9DE6EAA9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2F9D2F8-E004-8FE6-7072-9346EFFF7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CCFF0B6-066C-FC24-B9A5-4437EA7B7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B8DD23C9-36E6-4765-F629-A7E0A45AA6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79AD2376-7E9E-B874-C404-25C8C7B22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A8A4FE78-C361-0E75-801B-1710FE0AA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3955-A3D6-4D87-8D68-8934DDC5F7F5}" type="datetimeFigureOut">
              <a:rPr lang="uk-UA" smtClean="0"/>
              <a:t>01.10.2026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6CD9D44C-AF36-C7AD-044E-59FB9EF81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5BE3A1F8-3442-C757-403C-7E74112D8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7B1B8-4855-459A-B6B8-3D817BF49C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9499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F9930B-B3AF-45D4-0B23-B0F750D7C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96DC6C27-97C5-C033-EB3E-684A85492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3955-A3D6-4D87-8D68-8934DDC5F7F5}" type="datetimeFigureOut">
              <a:rPr lang="uk-UA" smtClean="0"/>
              <a:t>01.10.2026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B3D54A92-16B1-093F-7843-ECE47AC24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A20DF9EF-2469-7FEA-D915-AFD3802D4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7B1B8-4855-459A-B6B8-3D817BF49C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49922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8609EEAC-2EB2-9394-B617-54EA99979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3955-A3D6-4D87-8D68-8934DDC5F7F5}" type="datetimeFigureOut">
              <a:rPr lang="uk-UA" smtClean="0"/>
              <a:t>01.10.2026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11371729-97FB-AB40-BF30-D2CDFE02B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F2FD710-1997-1F8F-71A5-F399338D8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7B1B8-4855-459A-B6B8-3D817BF49C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88386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27570-3166-E0F9-F2E8-257919ED2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04CC724-9D64-4157-6A79-FD4F9F024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12DB796-3BBE-CCEB-CDA8-5CCAC5608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FC802B1-193F-B563-94FF-2B2B0BE00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3955-A3D6-4D87-8D68-8934DDC5F7F5}" type="datetimeFigureOut">
              <a:rPr lang="uk-UA" smtClean="0"/>
              <a:t>01.10.2026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FB8B687-5EBE-F021-CC53-752084E7C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89358B1-DF75-DF3B-D4FD-ADD3B609F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7B1B8-4855-459A-B6B8-3D817BF49C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76453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DFE5D0-2170-E6E6-3B46-302699DC2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886ADF33-D7C4-FBB6-372C-723DC997A4E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E9AE2A5-3D75-AFCD-7743-01F90535D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9565284-2CA6-3BB3-13D0-3F4E8D50E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3955-A3D6-4D87-8D68-8934DDC5F7F5}" type="datetimeFigureOut">
              <a:rPr lang="uk-UA" smtClean="0"/>
              <a:t>01.10.2026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1AB4168-92A0-8A81-E0F7-A505BDA7A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9DDC9AD-931B-85AA-D6F2-349882F9F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7B1B8-4855-459A-B6B8-3D817BF49C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61230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B42423-4DD8-9CE6-C6B5-205F8BD65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FE2B4A53-1C53-0C79-4F82-E71040C89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DA2BBDE-6C6D-F343-34E1-B3FBE64BB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3955-A3D6-4D87-8D68-8934DDC5F7F5}" type="datetimeFigureOut">
              <a:rPr lang="uk-UA" smtClean="0"/>
              <a:t>01.10.2026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A25BD7D-AC75-3DA7-4F0C-073AC6732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0442D73-C6D3-60CB-C5DD-AD4510E0F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7B1B8-4855-459A-B6B8-3D817BF49C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08722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B4E1BFAC-2CF1-0BCC-96AF-B45053D037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97E5A83-2098-0AB5-780D-0F91E3BB9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8B3EA78-6316-5722-222A-8A1093B8F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3955-A3D6-4D87-8D68-8934DDC5F7F5}" type="datetimeFigureOut">
              <a:rPr lang="uk-UA" smtClean="0"/>
              <a:t>01.10.2026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F8F9F8A-DA56-3FF2-09B0-DF42CDB13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0D31D6C-C15F-1070-EA22-35A6D5C12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7B1B8-4855-459A-B6B8-3D817BF49C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88621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DC12B8D9-9F5F-6A6A-7F2F-392901536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E1C1048-B3FA-B4DA-5CDB-38F37C2AB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03CC0A2-A0FC-0D0C-F9E7-11CC59B72F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A3955-A3D6-4D87-8D68-8934DDC5F7F5}" type="datetimeFigureOut">
              <a:rPr lang="uk-UA" smtClean="0"/>
              <a:t>01.10.2026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439AE16-871C-641D-86E8-C1A9DE849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68C49A1-645B-451D-6DBD-687EDA8EB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7B1B8-4855-459A-B6B8-3D817BF49C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0498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83561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Широкий екран</PresentationFormat>
  <Paragraphs>0</Paragraphs>
  <Slides>1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Аг Микола</dc:creator>
  <cp:lastModifiedBy>Аг Микола</cp:lastModifiedBy>
  <cp:revision>1</cp:revision>
  <dcterms:created xsi:type="dcterms:W3CDTF">2026-10-01T16:09:18Z</dcterms:created>
  <dcterms:modified xsi:type="dcterms:W3CDTF">2026-10-01T16:09:18Z</dcterms:modified>
</cp:coreProperties>
</file>